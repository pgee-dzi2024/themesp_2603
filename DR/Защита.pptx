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Аз съм Атанаска </a:t>
            </a:r>
            <a:r>
              <a:rPr lang="bg-BG" baseline="0" dirty="0" smtClean="0"/>
              <a:t>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Цел и задачи на проекта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ru-RU" sz="1600" dirty="0" smtClean="0"/>
          </a:p>
          <a:p>
            <a:r>
              <a:rPr lang="ru-RU" sz="1600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 smtClean="0"/>
              <a:t>проведено е тестване на системата и е извършен анализ на получените резултати.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dirty="0" smtClean="0"/>
              <a:t>Основна цел</a:t>
            </a:r>
          </a:p>
          <a:p>
            <a:endParaRPr lang="ru-RU" sz="1200" b="1" dirty="0" smtClean="0"/>
          </a:p>
          <a:p>
            <a:r>
              <a:rPr lang="ru-RU" sz="12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Autofit/>
          </a:bodyPr>
          <a:lstStyle/>
          <a:p>
            <a:pPr algn="ctr"/>
            <a:r>
              <a:rPr lang="ru-RU" sz="14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400" dirty="0"/>
            </a:br>
            <a:r>
              <a:rPr lang="ru-RU" sz="1400" dirty="0"/>
              <a:t>по професия код 481020   „Системен програмист“</a:t>
            </a:r>
            <a:br>
              <a:rPr lang="ru-RU" sz="1400" dirty="0"/>
            </a:br>
            <a:r>
              <a:rPr lang="ru-RU" sz="1400" dirty="0"/>
              <a:t>специалност код 4810201  „Системно програмиране“</a:t>
            </a:r>
            <a:br>
              <a:rPr lang="ru-RU" sz="1400" dirty="0"/>
            </a:br>
            <a:endParaRPr lang="bg-BG" sz="1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/>
              <a:t>Д</a:t>
            </a:r>
            <a:r>
              <a:rPr lang="bg-BG" dirty="0" smtClean="0"/>
              <a:t>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693" y="406921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815" y="731520"/>
            <a:ext cx="6919182" cy="1109472"/>
          </a:xfrm>
        </p:spPr>
        <p:txBody>
          <a:bodyPr>
            <a:normAutofit fontScale="90000"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1312" b="11312"/>
          <a:stretch>
            <a:fillRect/>
          </a:stretch>
        </p:blipFill>
        <p:spPr>
          <a:xfrm>
            <a:off x="819912" y="1609344"/>
            <a:ext cx="9170988" cy="490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39841" y="2864142"/>
            <a:ext cx="5170414" cy="3426930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2941" y="417236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0137" y="547836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3653127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</a:p>
          <a:p>
            <a:endParaRPr lang="bg-BG" sz="2400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98014" y="126506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51048" y="62179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341071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72156" y="560832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2474977"/>
            <a:ext cx="4751832" cy="4011168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sz="2800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</a:t>
            </a:r>
            <a:r>
              <a:rPr lang="bg-BG" dirty="0" smtClean="0"/>
              <a:t>вниманието!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215</TotalTime>
  <Words>865</Words>
  <Application>Microsoft Office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21</cp:revision>
  <dcterms:created xsi:type="dcterms:W3CDTF">2026-04-30T06:12:09Z</dcterms:created>
  <dcterms:modified xsi:type="dcterms:W3CDTF">2026-05-07T07:31:29Z</dcterms:modified>
</cp:coreProperties>
</file>