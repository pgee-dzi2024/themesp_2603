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Казвам се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Основна цел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/>
              <a:t>Цел и задачи на проекта</a:t>
            </a:r>
          </a:p>
          <a:p>
            <a:endParaRPr lang="ru-RU" b="1" dirty="0" smtClean="0"/>
          </a:p>
          <a:p>
            <a:r>
              <a:rPr lang="ru-RU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r>
              <a:rPr lang="ru-RU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проведено е тестване на системата и е извършен анализ на получените резултати.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rmAutofit/>
          </a:bodyPr>
          <a:lstStyle/>
          <a:p>
            <a:pPr algn="ctr"/>
            <a:r>
              <a:rPr lang="ru-RU" sz="12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200" dirty="0"/>
            </a:br>
            <a:r>
              <a:rPr lang="ru-RU" sz="1200" dirty="0"/>
              <a:t>по професия код 481020   „Системен програмист“</a:t>
            </a:r>
            <a:br>
              <a:rPr lang="ru-RU" sz="1200" dirty="0"/>
            </a:br>
            <a:r>
              <a:rPr lang="ru-RU" sz="1200" dirty="0"/>
              <a:t>специалност код 4810201  „Системно програмиране“</a:t>
            </a:r>
            <a:br>
              <a:rPr lang="ru-RU" sz="1200" dirty="0"/>
            </a:br>
            <a:endParaRPr lang="bg-BG" sz="1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 smtClean="0"/>
              <a:t>диломонт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85" y="444389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5488"/>
            <a:ext cx="6873240" cy="1475232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579" y="1241570"/>
            <a:ext cx="4607653" cy="612397"/>
          </a:xfrm>
        </p:spPr>
        <p:txBody>
          <a:bodyPr>
            <a:normAutofit/>
          </a:bodyPr>
          <a:lstStyle/>
          <a:p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5633" y="2864143"/>
            <a:ext cx="5134621" cy="164913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837" y="417235"/>
            <a:ext cx="3600974" cy="1094064"/>
          </a:xfrm>
        </p:spPr>
        <p:txBody>
          <a:bodyPr/>
          <a:lstStyle/>
          <a:p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9689" y="352764"/>
            <a:ext cx="6117672" cy="796954"/>
          </a:xfrm>
        </p:spPr>
        <p:txBody>
          <a:bodyPr/>
          <a:lstStyle/>
          <a:p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2617365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bg-BG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551" y="175274"/>
            <a:ext cx="4154648" cy="750116"/>
          </a:xfrm>
        </p:spPr>
        <p:txBody>
          <a:bodyPr/>
          <a:lstStyle/>
          <a:p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688" y="1463040"/>
            <a:ext cx="5885688" cy="612648"/>
          </a:xfrm>
        </p:spPr>
        <p:txBody>
          <a:bodyPr/>
          <a:lstStyle/>
          <a:p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261823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64" y="1097280"/>
            <a:ext cx="6556248" cy="722376"/>
          </a:xfrm>
        </p:spPr>
        <p:txBody>
          <a:bodyPr/>
          <a:lstStyle/>
          <a:p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3047191"/>
            <a:ext cx="4751832" cy="2804969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4588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133</TotalTime>
  <Words>849</Words>
  <Application>Microsoft Office PowerPoint</Application>
  <PresentationFormat>Widescreen</PresentationFormat>
  <Paragraphs>69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12</cp:revision>
  <dcterms:created xsi:type="dcterms:W3CDTF">2026-04-30T06:12:09Z</dcterms:created>
  <dcterms:modified xsi:type="dcterms:W3CDTF">2026-04-30T08:25:11Z</dcterms:modified>
</cp:coreProperties>
</file>