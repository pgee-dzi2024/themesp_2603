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30.4.2026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5488"/>
            <a:ext cx="6873240" cy="1475232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5633" y="2864143"/>
            <a:ext cx="5134621" cy="164913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0953" y="511260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2617365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839" y="138698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6392" y="49987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61823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5724" y="512064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137</TotalTime>
  <Words>864</Words>
  <Application>Microsoft Office PowerPoint</Application>
  <PresentationFormat>Widescreen</PresentationFormat>
  <Paragraphs>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13</cp:revision>
  <dcterms:created xsi:type="dcterms:W3CDTF">2026-04-30T06:12:09Z</dcterms:created>
  <dcterms:modified xsi:type="dcterms:W3CDTF">2026-04-30T08:37:56Z</dcterms:modified>
</cp:coreProperties>
</file>